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5" autoAdjust="0"/>
    <p:restoredTop sz="94660"/>
  </p:normalViewPr>
  <p:slideViewPr>
    <p:cSldViewPr snapToGrid="0">
      <p:cViewPr varScale="1">
        <p:scale>
          <a:sx n="82" d="100"/>
          <a:sy n="82" d="100"/>
        </p:scale>
        <p:origin x="4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065D2F-B4AA-933F-1414-70C00706D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FDF585-983D-5331-D63D-8563A9F28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8C879C-89C6-AB35-D710-EDBDDAAFD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7E7-00CF-4920-82F8-3C5D5C0FC477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8E4D18-5CFD-899B-D3AF-ECCE07F4D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0217E5-DA99-944D-2720-821A71C8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21A96-CC96-4BB9-A643-955BEFFEB4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0387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0A4DC5-22BC-1BB1-49D4-D100FE4B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835082-500E-3910-E91A-24480A0F1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966B62-E3EA-C264-7ABF-826E86B53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7E7-00CF-4920-82F8-3C5D5C0FC477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AED721-BBE7-F59E-5566-413C9147A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87CC82-9646-9B21-C4FC-4FCE0B78C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21A96-CC96-4BB9-A643-955BEFFEB4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499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356C5A-C89B-0841-5218-A20FC6CCB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DF34C0-0028-6AA8-FD99-785F91948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9E594D-9DB7-9392-F23D-E074EA9D8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7E7-00CF-4920-82F8-3C5D5C0FC477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8B1FCF-529F-F2D8-DCD4-A6FEB5244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DC527F-D9D0-4980-0F85-726C4C894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21A96-CC96-4BB9-A643-955BEFFEB4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4222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7F2EE9-9E4A-5DAB-854A-082D6639B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69225A-7773-FDD9-207C-DA3000FE3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C379D47-B21D-50A8-73FA-DABDBA6D4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54E1C0-99FF-85BD-01B4-5819C3AEA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7E7-00CF-4920-82F8-3C5D5C0FC477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E1EC29-FB9D-8D71-3292-E21A6D12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DCABAE-1A18-D542-7FD1-C79D3959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21A96-CC96-4BB9-A643-955BEFFEB4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1843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E6514-691A-3451-A5A9-2809DC4AB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866D7A-A923-B6BD-764B-DD6A95482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149D1E-2604-B4EC-892F-AB7801185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93B79B-2516-72C4-9B4C-112D77D065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1978E3-EC55-81CA-3A18-A19E3E10F5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542A3F5-15B5-E232-F484-19FFF06B5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7E7-00CF-4920-82F8-3C5D5C0FC477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8FA9A33-8190-C35D-DAFF-2CA81259C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3C206F4-56AB-95EC-4571-BD7F6DF85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21A96-CC96-4BB9-A643-955BEFFEB4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5944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23BC1A-1292-A39A-00FE-4B2E15E24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EB88E1E-3AE7-90A7-2200-83CB183D3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7E7-00CF-4920-82F8-3C5D5C0FC477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1A69EA5-BA31-797D-2826-C475DF2D4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782D9B6-FCA4-9188-77EF-D37B68A9D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21A96-CC96-4BB9-A643-955BEFFEB4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584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B7B6AB8-BCA6-E090-E8FF-A5F8F5FA5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7E7-00CF-4920-82F8-3C5D5C0FC477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0E22685-4041-9D0C-7663-FB44F3452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516E093-ABF0-1728-FA49-1C1884914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21A96-CC96-4BB9-A643-955BEFFEB4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039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EEAF01-8C88-8751-40E3-66B84DCCE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854D26-A545-1E9E-A8CF-EA51498D8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4678DC9-2E15-FFFE-35D5-9620DCD9F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0E464B-B97B-F733-8DA0-ED129D18B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7E7-00CF-4920-82F8-3C5D5C0FC477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5B3927F-17F4-9F2E-D66B-E21A0331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D2B281-1411-8927-66F6-5523560BF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21A96-CC96-4BB9-A643-955BEFFEB4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0181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9E88DF-4F6E-F3E5-8FC1-BF7F2C792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2AF2666-49AD-8EAB-3DED-C145BEB8E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7C6AB70-0C98-5DCC-378D-857FE8EFB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04CBDA-601D-D214-880A-8A734DC7E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7E7-00CF-4920-82F8-3C5D5C0FC477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C4A92F-7888-9D97-136F-9A045D2B7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02BD4A-7553-2E3F-60B6-7175396BF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21A96-CC96-4BB9-A643-955BEFFEB4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6351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F1C6B7-7ACC-DC6B-7A18-F53574FE1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8A8264-8ED2-96C4-AEEC-222F8182D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D30FB7-8B7D-AB2D-1129-5FA800D43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7E7-00CF-4920-82F8-3C5D5C0FC477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B0FD04-D356-FBB3-D1E2-EEBF53B13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958D5D-DA20-7F20-7F35-A4C3C7C0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21A96-CC96-4BB9-A643-955BEFFEB4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4280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34A85A9-5FB1-F60D-7811-4CDC6B8960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E00534A-1769-2414-5B29-A6F4C2C7B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A2FDDC-37FC-95F7-602E-829E310F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7E7-00CF-4920-82F8-3C5D5C0FC477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8DFEBC-1108-1EEF-89BC-EBEB2FA96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619804-0D75-F6A0-7F94-BEBD892AE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21A96-CC96-4BB9-A643-955BEFFEB4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7299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F75DAD0-C578-96C8-760E-8B8964905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7DC2DC-E375-D15D-2B4A-9CFE0D881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F85FD0-7B57-A16A-F24C-3848F6B56A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3C7E7-00CF-4920-82F8-3C5D5C0FC477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206159-65B3-0819-14F7-F47E3233AE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448432-3693-3F7C-231D-2889369F0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21A96-CC96-4BB9-A643-955BEFFEB4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89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CC98C-2531-4761-3548-30F5725207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ABE5BC-3333-070A-579D-ABE2E7FC34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566BEDD-EC6A-E467-FF31-69D6D5533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273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8056D-5A2B-C1E7-41E7-5E481ED78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656EEC-B092-166F-F1D1-BA4A32259B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C580D5-FE0E-BA73-CA2D-5EB27E6184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E5B4F81-EF66-FB83-236F-587562E74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915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5BC54-1360-0AFA-2FA0-5567579A6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17169-0384-6266-7CAC-99D829953C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ABEAC0-4389-C64F-C71B-6FCF9ACA67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FCD4ACB-12EC-B8AA-5EC2-869D2ED03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222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ACF92-F792-AFD8-3912-1C0C07C69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717CAA-C891-A1AF-9DFD-8280B74BF1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49765-CF31-74EC-33DE-7559A2A154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E58B2BF-E6E0-91AD-0263-21DD03F39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77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0BD9B-8A5D-3FB9-DF6C-864B5B94B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C2089-AD98-7CB0-4C3C-F59EFF6ACF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D7082C-79D7-60BB-0818-942CBCFE22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A1E57D2-AA4E-1C12-2220-ACFD72AE9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532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995C8-9E26-8F5E-F5FD-19F42C931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44205-0BE3-31A0-CE64-700713D295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ECBA58-CBF8-5FC9-0815-714521B8AE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93ABE78-6FC1-F4C6-1C5C-A9C485BA0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60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B2006-4DCE-0B3D-8B69-BEE6AB0F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ACA32-0A71-E49D-7FAC-EEAEC247D8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3F3522-90D3-F053-2B64-B426ED7662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94F6BC5-9323-E5E5-AD0B-7466A3FEB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312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99BF4-3C08-DFDC-30A3-8993B785E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629BE-0246-D49A-83EE-40E6C8F82B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DD8E09-DE8C-24F4-4706-A366FB67B3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1DE2E1B-27C1-F1D1-73CF-4B19AD627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4993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Polezi Machado</dc:creator>
  <cp:lastModifiedBy>Guilherme Polezi Machado</cp:lastModifiedBy>
  <cp:revision>1</cp:revision>
  <dcterms:created xsi:type="dcterms:W3CDTF">2026-08-04T17:34:30Z</dcterms:created>
  <dcterms:modified xsi:type="dcterms:W3CDTF">2026-08-04T17:37:05Z</dcterms:modified>
</cp:coreProperties>
</file>